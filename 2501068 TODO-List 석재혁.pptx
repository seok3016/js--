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B0681-C088-4F71-A85E-91BC5B77DE92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4B477-A66F-4907-B7F0-B7815A20BB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242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B0681-C088-4F71-A85E-91BC5B77DE92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4B477-A66F-4907-B7F0-B7815A20BB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3460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B0681-C088-4F71-A85E-91BC5B77DE92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4B477-A66F-4907-B7F0-B7815A20BB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8810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B0681-C088-4F71-A85E-91BC5B77DE92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4B477-A66F-4907-B7F0-B7815A20BB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9758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B0681-C088-4F71-A85E-91BC5B77DE92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4B477-A66F-4907-B7F0-B7815A20BB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5333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B0681-C088-4F71-A85E-91BC5B77DE92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4B477-A66F-4907-B7F0-B7815A20BB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6653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B0681-C088-4F71-A85E-91BC5B77DE92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4B477-A66F-4907-B7F0-B7815A20BB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1226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B0681-C088-4F71-A85E-91BC5B77DE92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4B477-A66F-4907-B7F0-B7815A20BB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8403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B0681-C088-4F71-A85E-91BC5B77DE92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4B477-A66F-4907-B7F0-B7815A20BB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330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B0681-C088-4F71-A85E-91BC5B77DE92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4B477-A66F-4907-B7F0-B7815A20BB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0178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B0681-C088-4F71-A85E-91BC5B77DE92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4B477-A66F-4907-B7F0-B7815A20BB35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42155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B0681-C088-4F71-A85E-91BC5B77DE92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4B477-A66F-4907-B7F0-B7815A20BB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96319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인용문 있는 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B0681-C088-4F71-A85E-91BC5B77DE92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4B477-A66F-4907-B7F0-B7815A20BB35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038209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참 또는 거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B0681-C088-4F71-A85E-91BC5B77DE92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4B477-A66F-4907-B7F0-B7815A20BB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98200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B0681-C088-4F71-A85E-91BC5B77DE92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4B477-A66F-4907-B7F0-B7815A20BB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19942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B0681-C088-4F71-A85E-91BC5B77DE92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4B477-A66F-4907-B7F0-B7815A20BB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8290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1B0681-C088-4F71-A85E-91BC5B77DE92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DC4B477-A66F-4907-B7F0-B7815A20BB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977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1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C4078F-C115-8F6C-C48C-5F1BD24F4E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TODO-List </a:t>
            </a:r>
            <a:r>
              <a:rPr lang="ko-KR" altLang="en-US" dirty="0" err="1"/>
              <a:t>석재혁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205F2B5-7E65-C5C9-1E61-FF0CFF2DE6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62804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5AB3FE-E583-C3E4-3130-0E621CEAD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웹 동작 </a:t>
            </a:r>
            <a:r>
              <a:rPr lang="en-US" altLang="ko-KR" dirty="0"/>
              <a:t>( </a:t>
            </a:r>
            <a:r>
              <a:rPr lang="ko-KR" altLang="en-US" dirty="0"/>
              <a:t>추가 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BFCD50A1-A0A6-DEDC-AB6E-8C8FF117DC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690" y="1443665"/>
            <a:ext cx="8596312" cy="4634918"/>
          </a:xfrm>
        </p:spPr>
      </p:pic>
    </p:spTree>
    <p:extLst>
      <p:ext uri="{BB962C8B-B14F-4D97-AF65-F5344CB8AC3E}">
        <p14:creationId xmlns:p14="http://schemas.microsoft.com/office/powerpoint/2010/main" val="34367146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21E186-2267-079B-2E0F-9BC83758A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웹동작</a:t>
            </a:r>
            <a:r>
              <a:rPr lang="en-US" altLang="ko-KR" dirty="0"/>
              <a:t>(</a:t>
            </a:r>
            <a:r>
              <a:rPr lang="ko-KR" altLang="en-US" dirty="0"/>
              <a:t>삭제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49878A7E-EF9E-806E-5A4D-0106AF6F8D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221"/>
          <a:stretch/>
        </p:blipFill>
        <p:spPr>
          <a:xfrm>
            <a:off x="904286" y="2119774"/>
            <a:ext cx="3537086" cy="3475385"/>
          </a:xfrm>
        </p:spPr>
      </p:pic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42614269-3404-3559-7CFA-E29911C4C48B}"/>
              </a:ext>
            </a:extLst>
          </p:cNvPr>
          <p:cNvSpPr/>
          <p:nvPr/>
        </p:nvSpPr>
        <p:spPr>
          <a:xfrm>
            <a:off x="4667794" y="3161211"/>
            <a:ext cx="1541417" cy="7315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내용 개체 틀 4">
            <a:extLst>
              <a:ext uri="{FF2B5EF4-FFF2-40B4-BE49-F238E27FC236}">
                <a16:creationId xmlns:a16="http://schemas.microsoft.com/office/drawing/2014/main" id="{470C9B13-3CDF-E1C8-1936-9A71F205CB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652" b="40397"/>
          <a:stretch/>
        </p:blipFill>
        <p:spPr>
          <a:xfrm>
            <a:off x="6625017" y="2119774"/>
            <a:ext cx="2866699" cy="2762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8696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538173-1D93-BBC9-20D4-83636F7E9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웹동작</a:t>
            </a:r>
            <a:r>
              <a:rPr lang="en-US" altLang="ko-KR" dirty="0"/>
              <a:t>(</a:t>
            </a:r>
            <a:r>
              <a:rPr lang="ko-KR" altLang="en-US" dirty="0"/>
              <a:t>수정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0130C2CF-8293-2AAA-5735-FBFB67AA41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51" y="1586252"/>
            <a:ext cx="4289744" cy="3881437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24EF3CC-282A-A889-DC0F-BB980D5265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0635"/>
          <a:stretch/>
        </p:blipFill>
        <p:spPr>
          <a:xfrm>
            <a:off x="6214652" y="1454993"/>
            <a:ext cx="3477987" cy="4143953"/>
          </a:xfrm>
          <a:prstGeom prst="rect">
            <a:avLst/>
          </a:prstGeom>
        </p:spPr>
      </p:pic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AC421AB0-1EB8-E10A-DBE3-FB553EFE8CEF}"/>
              </a:ext>
            </a:extLst>
          </p:cNvPr>
          <p:cNvSpPr/>
          <p:nvPr/>
        </p:nvSpPr>
        <p:spPr>
          <a:xfrm>
            <a:off x="4632960" y="2889147"/>
            <a:ext cx="1463040" cy="80989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61984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A93B28-68C3-D5AC-B60D-62B9A6E56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웹동작</a:t>
            </a:r>
            <a:r>
              <a:rPr lang="en-US" altLang="ko-KR" dirty="0"/>
              <a:t>(</a:t>
            </a:r>
            <a:r>
              <a:rPr lang="ko-KR" altLang="en-US" dirty="0"/>
              <a:t>완료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CA0F3BAD-1E9A-B6AC-DEF3-3190A07738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23704" y="1463040"/>
            <a:ext cx="7611290" cy="4876800"/>
          </a:xfrm>
        </p:spPr>
      </p:pic>
    </p:spTree>
    <p:extLst>
      <p:ext uri="{BB962C8B-B14F-4D97-AF65-F5344CB8AC3E}">
        <p14:creationId xmlns:p14="http://schemas.microsoft.com/office/powerpoint/2010/main" val="29967844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617EF8-85CD-2BEE-BAE6-F189561A6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트러블슈킹</a:t>
            </a:r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1FB20BE-9F21-C661-A3BD-0821DD6BFA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679" y="1583540"/>
            <a:ext cx="9221268" cy="5145734"/>
          </a:xfrm>
        </p:spPr>
        <p:txBody>
          <a:bodyPr>
            <a:normAutofit/>
          </a:bodyPr>
          <a:lstStyle/>
          <a:p>
            <a:r>
              <a:rPr lang="ko-KR" altLang="en-US" sz="2000" dirty="0">
                <a:latin typeface="맑은고딕"/>
              </a:rPr>
              <a:t>문제</a:t>
            </a:r>
            <a:r>
              <a:rPr lang="en-US" altLang="ko-KR" sz="2000" dirty="0">
                <a:latin typeface="맑은고딕"/>
              </a:rPr>
              <a:t>: </a:t>
            </a:r>
            <a:r>
              <a:rPr lang="ko-KR" altLang="en-US" sz="2000" dirty="0">
                <a:latin typeface="맑은고딕"/>
              </a:rPr>
              <a:t>아무것도 입력하지 않아도 추가 가능</a:t>
            </a:r>
          </a:p>
          <a:p>
            <a:r>
              <a:rPr lang="ko-KR" altLang="en-US" sz="2000" dirty="0">
                <a:latin typeface="맑은고딕"/>
              </a:rPr>
              <a:t>해결</a:t>
            </a:r>
            <a:r>
              <a:rPr lang="en-US" altLang="ko-KR" sz="2000" dirty="0">
                <a:latin typeface="맑은고딕"/>
              </a:rPr>
              <a:t>: trim()</a:t>
            </a:r>
            <a:r>
              <a:rPr lang="ko-KR" altLang="en-US" sz="2000" dirty="0">
                <a:latin typeface="맑은고딕"/>
              </a:rPr>
              <a:t>으로 공백 제거 후 빈 문자열 검사</a:t>
            </a:r>
            <a:endParaRPr lang="en-US" altLang="ko-KR" sz="2000" dirty="0">
              <a:latin typeface="맑은고딕"/>
            </a:endParaRPr>
          </a:p>
          <a:p>
            <a:endParaRPr lang="en-US" altLang="ko-KR" sz="2000" dirty="0">
              <a:latin typeface="맑은고딕"/>
            </a:endParaRPr>
          </a:p>
          <a:p>
            <a:r>
              <a:rPr lang="ko-KR" altLang="en-US" sz="2000" dirty="0"/>
              <a:t>문제</a:t>
            </a:r>
            <a:r>
              <a:rPr lang="en-US" altLang="ko-KR" sz="2000" dirty="0"/>
              <a:t>: </a:t>
            </a:r>
            <a:r>
              <a:rPr lang="ko-KR" altLang="en-US" sz="2000" dirty="0"/>
              <a:t>완료 상태 변경 후 </a:t>
            </a:r>
            <a:r>
              <a:rPr lang="en-US" altLang="ko-KR" sz="2000" dirty="0"/>
              <a:t>UI </a:t>
            </a:r>
            <a:r>
              <a:rPr lang="ko-KR" altLang="en-US" sz="2000" dirty="0" err="1"/>
              <a:t>미갱신</a:t>
            </a:r>
            <a:endParaRPr lang="ko-KR" altLang="en-US" sz="2000" dirty="0"/>
          </a:p>
          <a:p>
            <a:r>
              <a:rPr lang="ko-KR" altLang="en-US" sz="2000" dirty="0"/>
              <a:t>해결</a:t>
            </a:r>
            <a:r>
              <a:rPr lang="en-US" altLang="ko-KR" sz="2000" dirty="0"/>
              <a:t>: </a:t>
            </a:r>
            <a:r>
              <a:rPr lang="ko-KR" altLang="en-US" sz="2000" dirty="0"/>
              <a:t>상태 변경 후 </a:t>
            </a:r>
            <a:r>
              <a:rPr lang="en-US" altLang="ko-KR" sz="2000" dirty="0" err="1"/>
              <a:t>showTodo</a:t>
            </a:r>
            <a:r>
              <a:rPr lang="en-US" altLang="ko-KR" sz="2000" dirty="0"/>
              <a:t>() </a:t>
            </a:r>
            <a:r>
              <a:rPr lang="ko-KR" altLang="en-US" sz="2000" dirty="0"/>
              <a:t>실행</a:t>
            </a:r>
            <a:endParaRPr lang="en-US" altLang="ko-KR" sz="2000" dirty="0"/>
          </a:p>
          <a:p>
            <a:endParaRPr lang="en-US" altLang="ko-KR" sz="2000" dirty="0"/>
          </a:p>
          <a:p>
            <a:r>
              <a:rPr lang="ko-KR" altLang="en-US" sz="2000" dirty="0"/>
              <a:t>문제</a:t>
            </a:r>
            <a:r>
              <a:rPr lang="en-US" altLang="ko-KR" sz="2000" dirty="0"/>
              <a:t>: </a:t>
            </a:r>
            <a:r>
              <a:rPr lang="ko-KR" altLang="en-US" sz="2000" dirty="0"/>
              <a:t>화면만 삭제되고 저장은 안됨</a:t>
            </a:r>
          </a:p>
          <a:p>
            <a:r>
              <a:rPr lang="ko-KR" altLang="en-US" sz="2000" dirty="0"/>
              <a:t>해결</a:t>
            </a:r>
            <a:r>
              <a:rPr lang="en-US" altLang="ko-KR" sz="2000" dirty="0"/>
              <a:t>: </a:t>
            </a:r>
            <a:r>
              <a:rPr lang="ko-KR" altLang="en-US" sz="2000" dirty="0"/>
              <a:t>삭제 후 다시 저장</a:t>
            </a:r>
            <a:endParaRPr lang="en-US" altLang="ko-KR" sz="2000" dirty="0"/>
          </a:p>
          <a:p>
            <a:endParaRPr lang="en-US" altLang="ko-KR" sz="2000" dirty="0"/>
          </a:p>
          <a:p>
            <a:endParaRPr lang="en-US" altLang="ko-KR" sz="1700" dirty="0"/>
          </a:p>
        </p:txBody>
      </p:sp>
    </p:spTree>
    <p:extLst>
      <p:ext uri="{BB962C8B-B14F-4D97-AF65-F5344CB8AC3E}">
        <p14:creationId xmlns:p14="http://schemas.microsoft.com/office/powerpoint/2010/main" val="19576682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E8B9F7-E86D-BBF7-B90F-A7D78B367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소감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5739E1-4770-5818-19D0-5FD2D01ABA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맑은고딕"/>
              </a:rPr>
              <a:t>혼자힘으로는</a:t>
            </a:r>
            <a:r>
              <a:rPr lang="ko-KR" altLang="en-US" dirty="0">
                <a:latin typeface="맑은고딕"/>
              </a:rPr>
              <a:t> 아직 힘들어 </a:t>
            </a:r>
            <a:r>
              <a:rPr lang="en-US" altLang="ko-KR" dirty="0">
                <a:latin typeface="맑은고딕"/>
              </a:rPr>
              <a:t>AI</a:t>
            </a:r>
            <a:r>
              <a:rPr lang="ko-KR" altLang="en-US" dirty="0">
                <a:latin typeface="맑은고딕"/>
              </a:rPr>
              <a:t>의 힘을 빌려서 완성하였지만 그래도 혼자서 해보려 </a:t>
            </a:r>
            <a:r>
              <a:rPr lang="ko-KR" altLang="en-US" dirty="0" err="1">
                <a:latin typeface="맑은고딕"/>
              </a:rPr>
              <a:t>노력했다는것에</a:t>
            </a:r>
            <a:r>
              <a:rPr lang="ko-KR" altLang="en-US" dirty="0">
                <a:latin typeface="맑은고딕"/>
              </a:rPr>
              <a:t> 조금은 나도 할 수 있다는 생각을 하였음</a:t>
            </a:r>
            <a:r>
              <a:rPr lang="en-US" altLang="ko-KR" dirty="0">
                <a:latin typeface="맑은고딕"/>
              </a:rPr>
              <a:t>.</a:t>
            </a:r>
          </a:p>
          <a:p>
            <a:r>
              <a:rPr lang="ko-KR" altLang="en-US" dirty="0">
                <a:latin typeface="맑은고딕"/>
              </a:rPr>
              <a:t>혼자 </a:t>
            </a:r>
            <a:r>
              <a:rPr lang="ko-KR" altLang="en-US" dirty="0" err="1">
                <a:latin typeface="맑은고딕"/>
              </a:rPr>
              <a:t>모르겠어서</a:t>
            </a:r>
            <a:r>
              <a:rPr lang="ko-KR" altLang="en-US" dirty="0">
                <a:latin typeface="맑은고딕"/>
              </a:rPr>
              <a:t> </a:t>
            </a:r>
            <a:r>
              <a:rPr lang="en-US" altLang="ko-KR" dirty="0">
                <a:latin typeface="맑은고딕"/>
              </a:rPr>
              <a:t>AI</a:t>
            </a:r>
            <a:r>
              <a:rPr lang="ko-KR" altLang="en-US" dirty="0">
                <a:latin typeface="맑은고딕"/>
              </a:rPr>
              <a:t>에게 </a:t>
            </a:r>
            <a:r>
              <a:rPr lang="ko-KR" altLang="en-US" dirty="0" err="1">
                <a:latin typeface="맑은고딕"/>
              </a:rPr>
              <a:t>물어봤을때는</a:t>
            </a:r>
            <a:r>
              <a:rPr lang="ko-KR" altLang="en-US" dirty="0">
                <a:latin typeface="맑은고딕"/>
              </a:rPr>
              <a:t> 이것도 못한다는 자괴감이 들었지만       그래도 다 해내서 다행이라 생각하고 앞으로는 더더욱 열심히 공부를 </a:t>
            </a:r>
            <a:r>
              <a:rPr lang="ko-KR" altLang="en-US" dirty="0" err="1">
                <a:latin typeface="맑은고딕"/>
              </a:rPr>
              <a:t>해야겠다는</a:t>
            </a:r>
            <a:r>
              <a:rPr lang="ko-KR" altLang="en-US" dirty="0">
                <a:latin typeface="맑은고딕"/>
              </a:rPr>
              <a:t> 생각을 하였음</a:t>
            </a:r>
            <a:r>
              <a:rPr lang="en-US" altLang="ko-KR" dirty="0">
                <a:latin typeface="맑은고딕"/>
              </a:rPr>
              <a:t>.</a:t>
            </a:r>
          </a:p>
          <a:p>
            <a:r>
              <a:rPr lang="ko-KR" altLang="en-US" dirty="0">
                <a:latin typeface="맑은고딕"/>
              </a:rPr>
              <a:t>이번 과제를 하면서 공부가 많이 된 것 같아서 기쁨</a:t>
            </a:r>
            <a:r>
              <a:rPr lang="en-US" altLang="ko-KR" dirty="0">
                <a:latin typeface="맑은고딕"/>
              </a:rPr>
              <a:t>.</a:t>
            </a:r>
          </a:p>
          <a:p>
            <a:r>
              <a:rPr lang="ko-KR" altLang="en-US" dirty="0">
                <a:latin typeface="맑은고딕"/>
              </a:rPr>
              <a:t>디자인이 조금 하얗고 심심한 것 같아서</a:t>
            </a:r>
            <a:r>
              <a:rPr lang="en-US" altLang="ko-KR" dirty="0">
                <a:latin typeface="맑은고딕"/>
              </a:rPr>
              <a:t> </a:t>
            </a:r>
            <a:r>
              <a:rPr lang="ko-KR" altLang="en-US" dirty="0">
                <a:latin typeface="맑은고딕"/>
              </a:rPr>
              <a:t>앞으로 </a:t>
            </a:r>
            <a:r>
              <a:rPr lang="en-US" altLang="ko-KR" dirty="0">
                <a:latin typeface="맑은고딕"/>
              </a:rPr>
              <a:t>CSS </a:t>
            </a:r>
            <a:r>
              <a:rPr lang="ko-KR" altLang="en-US" dirty="0">
                <a:latin typeface="맑은고딕"/>
              </a:rPr>
              <a:t>스타일 공부를 더 해서</a:t>
            </a:r>
            <a:r>
              <a:rPr lang="en-US" altLang="ko-KR" dirty="0">
                <a:latin typeface="맑은고딕"/>
              </a:rPr>
              <a:t> </a:t>
            </a:r>
            <a:r>
              <a:rPr lang="ko-KR" altLang="en-US" dirty="0">
                <a:latin typeface="맑은고딕"/>
              </a:rPr>
              <a:t>예쁜 테마를 입혀서 더 멋진 웹사이트로 업그레이드해보고 싶음</a:t>
            </a:r>
            <a:r>
              <a:rPr lang="en-US" altLang="ko-KR" dirty="0">
                <a:latin typeface="맑은고딕"/>
              </a:rPr>
              <a:t>.</a:t>
            </a:r>
          </a:p>
          <a:p>
            <a:r>
              <a:rPr lang="ko-KR" altLang="en-US" dirty="0">
                <a:latin typeface="맑은고딕"/>
              </a:rPr>
              <a:t>열심히 공부하겠습니다</a:t>
            </a:r>
            <a:endParaRPr lang="en-US" altLang="ko-KR" dirty="0">
              <a:latin typeface="맑은고딕"/>
            </a:endParaRPr>
          </a:p>
        </p:txBody>
      </p:sp>
    </p:spTree>
    <p:extLst>
      <p:ext uri="{BB962C8B-B14F-4D97-AF65-F5344CB8AC3E}">
        <p14:creationId xmlns:p14="http://schemas.microsoft.com/office/powerpoint/2010/main" val="10975546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ACDF50-8263-CF5C-3B89-371556511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5768" y="2830286"/>
            <a:ext cx="8596668" cy="1320800"/>
          </a:xfrm>
        </p:spPr>
        <p:txBody>
          <a:bodyPr>
            <a:normAutofit/>
          </a:bodyPr>
          <a:lstStyle/>
          <a:p>
            <a:r>
              <a:rPr lang="ko-KR" altLang="en-US" sz="8000" dirty="0"/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3488018196"/>
      </p:ext>
    </p:extLst>
  </p:cSld>
  <p:clrMapOvr>
    <a:masterClrMapping/>
  </p:clrMapOvr>
</p:sld>
</file>

<file path=ppt/theme/theme1.xml><?xml version="1.0" encoding="utf-8"?>
<a:theme xmlns:a="http://schemas.openxmlformats.org/drawingml/2006/main" name="패싯">
  <a:themeElements>
    <a:clrScheme name="패싯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패싯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패싯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54</TotalTime>
  <Words>143</Words>
  <Application>Microsoft Office PowerPoint</Application>
  <PresentationFormat>와이드스크린</PresentationFormat>
  <Paragraphs>21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3" baseType="lpstr">
      <vt:lpstr>맑은고딕</vt:lpstr>
      <vt:lpstr>Arial</vt:lpstr>
      <vt:lpstr>Trebuchet MS</vt:lpstr>
      <vt:lpstr>Wingdings 3</vt:lpstr>
      <vt:lpstr>패싯</vt:lpstr>
      <vt:lpstr>TODO-List 석재혁</vt:lpstr>
      <vt:lpstr>웹 동작 ( 추가 )</vt:lpstr>
      <vt:lpstr>웹동작(삭제)</vt:lpstr>
      <vt:lpstr>웹동작(수정)</vt:lpstr>
      <vt:lpstr>웹동작(완료)</vt:lpstr>
      <vt:lpstr>트러블슈킹</vt:lpstr>
      <vt:lpstr>소감</vt:lpstr>
      <vt:lpstr>감사합니다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YJU</dc:creator>
  <cp:lastModifiedBy>YJU</cp:lastModifiedBy>
  <cp:revision>2</cp:revision>
  <dcterms:created xsi:type="dcterms:W3CDTF">2026-05-28T00:47:12Z</dcterms:created>
  <dcterms:modified xsi:type="dcterms:W3CDTF">2026-05-29T01:40:06Z</dcterms:modified>
</cp:coreProperties>
</file>